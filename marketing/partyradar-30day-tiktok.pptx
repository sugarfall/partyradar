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</p:sldIdLst>
  <p:notesMasterIdLst>
    <p:notesMasterId r:id="rId152"/>
  </p:notesMasterIdLst>
  <p:sldSz cx="9258300" cy="16459200"/>
  <p:notesSz cx="16459200" cy="92583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notesMaster" Target="notesMasters/notesMaster1.xml"/><Relationship Id="rId153" Type="http://schemas.openxmlformats.org/officeDocument/2006/relationships/presProps" Target="presProps.xml"/><Relationship Id="rId154" Type="http://schemas.openxmlformats.org/officeDocument/2006/relationships/viewProps" Target="viewProps.xml"/><Relationship Id="rId155" Type="http://schemas.openxmlformats.org/officeDocument/2006/relationships/theme" Target="theme/theme1.xml"/><Relationship Id="rId1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223760"/>
            <a:ext cx="9258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01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0" y="932688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73152" cy="3657600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45920"/>
            <a:ext cx="7772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YOU'VE BEEN FINDING</a:t>
            </a:r>
            <a:endParaRPr lang="en-US" sz="6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PARTIES WRONG.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8229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There's a smarter way.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PARTYRADAR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app that shows you live events, secret parties &amp; celebrity sightings.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Warehouse raves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Rooftop house parties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Exclusive club nights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IT'S A VIBE MAP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parties. Real locations. Real people.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a pin. See what's popping tonight.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STOP MISSING OUT.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5943600"/>
            <a:ext cx="92583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FREE →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IN BIO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@PARTYRADAR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223760"/>
            <a:ext cx="9258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02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0" y="932688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73152" cy="3657600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45920"/>
            <a:ext cx="7772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THERE'S A RAVE</a:t>
            </a:r>
            <a:endParaRPr lang="en-US" sz="6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0.5 MILES FROM YOU.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8229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you know?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DISCOVER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every event happening near you tonight.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event feed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Map view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Filter by vibe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WAREHOUSE RAVE — LONDON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 Night · Featured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by Alex Rivera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£15.00 entry · Limited spots left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FIND YOUR NIGHT.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5943600"/>
            <a:ext cx="92583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FREE →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IN BIO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@PARTYRADAR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223760"/>
            <a:ext cx="9258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03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0" y="932688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73152" cy="3657600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45920"/>
            <a:ext cx="7772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CELEBRITY RADAR</a:t>
            </a:r>
            <a:endParaRPr lang="en-US" sz="6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 ACTUALLY INSANE.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8229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No, seriously.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CELEBRITY RADAR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when celebrities are spotted at parties near you.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sightings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Confirmed reports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6-hour window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SPOTTED NEARBY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celebrity was just reported at an event 2 miles away.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first. Move fast.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 YOUR RADAR.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5943600"/>
            <a:ext cx="92583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FREE →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IN BIO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@PARTYRADAR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223760"/>
            <a:ext cx="9258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04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0" y="932688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73152" cy="3657600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45920"/>
            <a:ext cx="7772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 ALL PARTIES</a:t>
            </a:r>
            <a:endParaRPr lang="en-US" sz="6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ARE THE SAME.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8229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PartyRadar knows the difference.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 PARTY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Invite-only. Private address revealed on RSVP.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Party signals: BAR · FLOOR · FIRE · FOOD · DJ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🎵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CLUB NIGHT vs CONCERT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tiers. Lineup. Stage times.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you need before you decide.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PICK YOUR VIBE.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5943600"/>
            <a:ext cx="92583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FREE →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IN BIO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@PARTYRADAR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223760"/>
            <a:ext cx="9258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05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0" y="932688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73152" cy="3657600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45920"/>
            <a:ext cx="7772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HOST YOUR OWN PARTY</a:t>
            </a:r>
            <a:endParaRPr lang="en-US" sz="6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6 STEPS.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8229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promoter needed.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🎪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BECOME A HOST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your event in minutes.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type → Details → Location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→ Settings → Publish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SELL TICKETS BUILT-IN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third-party apps.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platform fee.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Payouts straight to you.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 HOSTING.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5943600"/>
            <a:ext cx="92583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FREE →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IN BIO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@PARTYRADAR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223760"/>
            <a:ext cx="9258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06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0" y="932688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73152" cy="3657600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45920"/>
            <a:ext cx="7772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ADDRESS</a:t>
            </a:r>
            <a:endParaRPr lang="en-US" sz="6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 HIDDEN.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8229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Until you're approved.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INVITE-ONLY EVENTS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Hosts control exactly who gets in.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RSVP gating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Guest approval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Address revealed post-approval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GUEST LIST. YOUR RULES.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capacity. Approve guests.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QR tickets at the door.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HOST SAFELY.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5943600"/>
            <a:ext cx="92583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FREE →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IN BIO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@PARTYRADAR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223760"/>
            <a:ext cx="9258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07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0" y="932688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73152" cy="3657600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45920"/>
            <a:ext cx="7772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WEEK ON</a:t>
            </a:r>
            <a:endParaRPr lang="en-US" sz="6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PARTYRADAR 👀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8229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missed some things.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TRENDING THIS WEEK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Warehouse Rave London — SOLD OUT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Rooftop House Party — 47 RSVPs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Jazz &amp; Soul Night — Last 10 tickets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📲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NOTIFICATIONS ON?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alert you when parties drop near you.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you never miss again.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TURN ON ALERTS.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5943600"/>
            <a:ext cx="92583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FREE →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IN BIO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@PARTYRADAR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223760"/>
            <a:ext cx="9258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08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0" y="932688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73152" cy="3657600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45920"/>
            <a:ext cx="7772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PARTY 0.5 MILES</a:t>
            </a:r>
            <a:endParaRPr lang="en-US" sz="6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AWAY RIGHT NOW.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8229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a PartyRadar alert.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PARTY ALERTS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notified the second a new event drops near you.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Distance-based alerts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Genre/vibe filters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RSVP in one tap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WAREHOUSE RAVE — LONDON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🎉 Party detected near you!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Shoreditch · 12 spots left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[RSVP NOW]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ENABLE ALERTS.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5943600"/>
            <a:ext cx="92583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FREE →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IN BIO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@PARTYRADAR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223760"/>
            <a:ext cx="9258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09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0" y="932688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73152" cy="3657600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45920"/>
            <a:ext cx="7772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BLAST YOUR PARTY</a:t>
            </a:r>
            <a:endParaRPr lang="en-US" sz="6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 2,000 PEOPLE.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8229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£19.99. Hosts, listen up.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📣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PUSH BLAST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 people near your venue instantly.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0.5mi — £1.99 (~50 people)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2mi — £4.99 (~200 people)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5mi — £9.99 (~500 people)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City-wide — £19.99 (~2,000 people)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💥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PAY &amp; BLAST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custom message. Their phones.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for: last-minute drops,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sold-out warnings, VIP upgrades.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BLAST YOUR EVENT.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5943600"/>
            <a:ext cx="92583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FREE →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IN BIO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@PARTYRADAR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223760"/>
            <a:ext cx="9258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10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0" y="932688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73152" cy="3657600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45920"/>
            <a:ext cx="7772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CITY.</a:t>
            </a:r>
            <a:endParaRPr lang="en-US" sz="6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WEEKEND.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8229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world is one big party.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GLOBE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 the globe. See live hotspots.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Parties pulsing in real time across every city.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ZOOM IN. SEE WHAT'S HAPPENING.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London to New York.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Glasgow to Ibiza.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next adventure is on the map.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EXPLORE THE GLOBE.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5943600"/>
            <a:ext cx="92583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FREE →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IN BIO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@PARTYRADAR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223760"/>
            <a:ext cx="9258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11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0" y="932688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73152" cy="3657600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45920"/>
            <a:ext cx="7772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QR SCANNER</a:t>
            </a:r>
            <a:endParaRPr lang="en-US" sz="6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 BUILT IN.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8229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paper. No apps. No chaos.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SCAN AT THE DOOR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phone is your guest list.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QR code per ticket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Green = valid. Red = denied.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Manual entry fallback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🎫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CYBER TICKET DESIGN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ticket has a unique QR code.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 design. Tamper-proof.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 incredible on screen.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 PAPERLESS.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5943600"/>
            <a:ext cx="92583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FREE →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IN BIO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@PARTYRADAR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223760"/>
            <a:ext cx="9258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12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0" y="932688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73152" cy="3657600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45920"/>
            <a:ext cx="7772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 Z DOESN'T USE</a:t>
            </a:r>
            <a:endParaRPr lang="en-US" sz="6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FACEBOOK EVENTS.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8229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Obviously.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📲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FOR THE ALGORITHM GENERATION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Fast. Visual. Location-aware.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events like you swipe everything else.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VIBE ECONOMY IS HERE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Dress codes. Party signals. Gender ratio.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what you're walking into before you arrive.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THE GENERATION.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5943600"/>
            <a:ext cx="92583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FREE →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IN BIO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@PARTYRADAR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223760"/>
            <a:ext cx="9258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13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0" y="932688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73152" cy="3657600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45920"/>
            <a:ext cx="7772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 THE VIBE</a:t>
            </a:r>
            <a:endParaRPr lang="en-US" sz="6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YOU GO.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8229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Party signals included.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PARTY SIGNALS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Hosts set: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🍸 BAR  • 🕺 FLOOR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🔥 FIRE  • 🍕 FOOD  • 🎧 DJ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you know exactly what to expect.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KNOW BEFORE YOU GO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Capacity. Dress code. Age restriction.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surprises. Just vibes.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 THE SIGNALS.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5943600"/>
            <a:ext cx="92583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FREE →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IN BIO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@PARTYRADAR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223760"/>
            <a:ext cx="9258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14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0" y="932688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73152" cy="3657600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45920"/>
            <a:ext cx="7772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PARTYRADAR VS.</a:t>
            </a:r>
            <a:endParaRPr lang="en-US" sz="6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INSTAGRAM STORIES.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8229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not even close.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INSTAGRAM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Can't find addresses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ticket sales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guest lists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radar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Always behind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PARTYRADAR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event map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Built-in ticketing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QR scanning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Celebrity radar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alerts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UPGRADE YOUR NIGHTLIFE.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5943600"/>
            <a:ext cx="92583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FREE →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IN BIO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@PARTYRADAR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223760"/>
            <a:ext cx="9258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15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0" y="932688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73152" cy="3657600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45920"/>
            <a:ext cx="7772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FRIENDS ARE</a:t>
            </a:r>
            <a:endParaRPr lang="en-US" sz="6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 A PARTY.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8229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just don't know where.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😭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FOMO IS REAL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people RSVP'd to a rooftop party tonight.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weren't invited.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you could've been.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📲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PARTYRADAR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see every event.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get the invites.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show up.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NEVER MISS AGAIN.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5943600"/>
            <a:ext cx="92583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FREE →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IN BIO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@PARTYRADAR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223760"/>
            <a:ext cx="9258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16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0" y="932688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73152" cy="3657600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45920"/>
            <a:ext cx="7772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HOST SOLD</a:t>
            </a:r>
            <a:endParaRPr lang="en-US" sz="6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 TICKETS TONIGHT.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8229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PartyRadar.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🎉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HOST SPOTLIGHT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 Night. London. 200 capacity.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blasted to 2,000 people nearby.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Sold out in 4 hours.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EVENTS. YOUR MONEY.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your price.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95% of ticket revenue.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out anytime.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 THE HOST.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5943600"/>
            <a:ext cx="92583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FREE →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IN BIO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@PARTYRADAR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223760"/>
            <a:ext cx="9258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17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0" y="932688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73152" cy="3657600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45920"/>
            <a:ext cx="7772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SEND ONE LINK.</a:t>
            </a:r>
            <a:endParaRPr lang="en-US" sz="6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FILL YOUR GUEST LIST.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8229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 system built in.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INVITE LINKS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 private invite link.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it anywhere.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joins. You approve. Simple.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GUEST LIST VIEW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everyone who's coming.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· PENDING · CANCELLED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 real time.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YOUR GUEST LIST.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5943600"/>
            <a:ext cx="92583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FREE →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IN BIO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@PARTYRADAR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223760"/>
            <a:ext cx="9258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18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0" y="932688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73152" cy="3657600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45920"/>
            <a:ext cx="7772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FOR PEOPLE</a:t>
            </a:r>
            <a:endParaRPr lang="en-US" sz="6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ACTUALLY GO OUT.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8229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for people who post about going out.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PARTYRADAR WAS BUILT FOR: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promoter with 200 regulars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host who throws legendary house parties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person who's always first on the dance floor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🌙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NIGHTLIFE DESERVES BETTER TECH.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Real-time. Location-aware. Beautifully dark.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PartyRadar.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THE MOVEMENT.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5943600"/>
            <a:ext cx="92583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FREE →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IN BIO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@PARTYRADAR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223760"/>
            <a:ext cx="9258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19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0" y="932688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73152" cy="3657600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45920"/>
            <a:ext cx="7772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 TO DISCOVER.</a:t>
            </a:r>
            <a:endParaRPr lang="en-US" sz="6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POWERFUL TO HOST.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8229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catch.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💸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PARTYRADAR PLANS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🆓 FREE — Browse &amp; RSVP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BASIC £4.99/mo — Host small events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🟣 PRO £9.99/mo — Unlimited + tickets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PREMIUM £19.99/mo — Analytics + spotlight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 FOR FREE.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credit card.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events tonight.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when you're ready to host.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 FREE.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5943600"/>
            <a:ext cx="92583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FREE →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IN BIO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@PARTYRADAR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223760"/>
            <a:ext cx="9258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20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0" y="932688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73152" cy="3657600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45920"/>
            <a:ext cx="7772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ARE YOU DOING</a:t>
            </a:r>
            <a:endParaRPr lang="en-US" sz="6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WEEKEND?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8229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there's a lot happening.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🗓️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WEEKEND ON PARTYRADAR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Friday: Warehouse Rave — East London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Saturday: Rooftop House Party — Hackney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Sunday: Jazz &amp; Soul Night — Soho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🎫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TICKETS FROM £0 — £15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events are free.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are invite-only.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of them are on the radar.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YOUR WEEKEND.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5943600"/>
            <a:ext cx="92583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FREE →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IN BIO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@PARTYRADAR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223760"/>
            <a:ext cx="9258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21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0" y="932688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73152" cy="3657600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45920"/>
            <a:ext cx="7772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DARKEST PARTY APP</a:t>
            </a:r>
            <a:endParaRPr lang="en-US" sz="6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YOU'VE EVER SEEN.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8229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didn't do plain white.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DESIGNED IN THE DARK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Neon cyan on deep black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Glassmorphic cards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Glowing borders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Cyber ticket designs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hits different at 2am.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SCREEN BUILT FOR ATMOSPHERE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→ Discover → Radar → Event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your app should match your night.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 IT FOR YOURSELF.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5943600"/>
            <a:ext cx="92583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FREE →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IN BIO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@PARTYRADAR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223760"/>
            <a:ext cx="9258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22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0" y="932688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73152" cy="3657600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45920"/>
            <a:ext cx="7772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 THE APP.</a:t>
            </a:r>
            <a:endParaRPr lang="en-US" sz="6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FIND A PARTY. GO.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8229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literally that simple.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TAPS TO YOUR NIGHT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Open PartyRadar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See events near you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RSVP or buy tickets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🏙️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WORKS IN EVERY CITY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London. Glasgow. Manchester.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Edinburgh. Bristol. Leeds.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everywhere the party finds you.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THE APP.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5943600"/>
            <a:ext cx="92583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FREE →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IN BIO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@PARTYRADAR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223760"/>
            <a:ext cx="9258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23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0" y="932688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73152" cy="3657600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45920"/>
            <a:ext cx="7772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TIRED OF PROMOTING</a:t>
            </a:r>
            <a:endParaRPr lang="en-US" sz="6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 INSTAGRAM?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8229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There's a better way.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🎪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PARTYRADAR FOR HOSTS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Create your event in minutes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Set ticket prices and capacity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Blast to thousands nearby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Scan guests at the door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 YOUR AUDIENCE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event builds your following.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attendees become your radar community.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 HOSTING FREE.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5943600"/>
            <a:ext cx="92583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FREE →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IN BIO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@PARTYRADAR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223760"/>
            <a:ext cx="9258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24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0" y="932688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73152" cy="3657600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45920"/>
            <a:ext cx="7772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SAW THIS AD.</a:t>
            </a:r>
            <a:endParaRPr lang="en-US" sz="6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GO OUT.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8229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does everyone else on PartyRadar.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10,000+ PARTY-GOERS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already using PartyRadar to: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Find tonight's events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Get on guest lists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Track celebrity sightings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PARTIES DON'T WAIT.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minute you wait is a minute someone else gets your spot.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NOW. FREE.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5943600"/>
            <a:ext cx="92583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FREE →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IN BIO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@PARTYRADAR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223760"/>
            <a:ext cx="9258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25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0" y="932688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73152" cy="3657600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45920"/>
            <a:ext cx="7772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 HOSTS UNLOCK</a:t>
            </a:r>
            <a:endParaRPr lang="en-US" sz="6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WHOLE CITY.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8229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PartyRadar Pro.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🟣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 PRO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£9.99/month. Includes: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Unlimited events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Ticket sales (keep 95%)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Celebrity radar access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Priority listing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 GO PREMIUM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£19.99/month. Adds: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event analytics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Featured placement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Early celebrity radar access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Push blast credits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 PRO TODAY.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5943600"/>
            <a:ext cx="92583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FREE →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IN BIO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@PARTYRADAR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223760"/>
            <a:ext cx="9258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26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0" y="932688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73152" cy="3657600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45920"/>
            <a:ext cx="7772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PARTY DOESN'T WAIT.</a:t>
            </a:r>
            <a:endParaRPr lang="en-US" sz="6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NEITHER SHOULD YOU.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8229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PartyRadar.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🌙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NIGHTLIFE IS A CULTURE.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deserves its own platform.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Facebook group.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 Instagram story.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real, live, pulsing map.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IS NIGHTLIFE TECH IN 2025.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Real-time. Location-aware.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generation that actually goes out.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 PART OF IT.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5943600"/>
            <a:ext cx="92583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FREE →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IN BIO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@PARTYRADAR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223760"/>
            <a:ext cx="9258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27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0" y="932688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73152" cy="3657600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45920"/>
            <a:ext cx="7772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DON'T FOLLOW</a:t>
            </a:r>
            <a:endParaRPr lang="en-US" sz="6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PARTY. FIND IT.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8229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PartyRadar — Live Now.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EVENTS NEAR YOU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app right now and see: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What's happening tonight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Who's hosting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How many spots are left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🎫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 TO JOIN. EASY TO USE.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credit card.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waiting list.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parties.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TAP. JOIN. GO.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5943600"/>
            <a:ext cx="92583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FREE →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IN BIO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@PARTYRADAR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223760"/>
            <a:ext cx="9258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28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0" y="932688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73152" cy="3657600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45920"/>
            <a:ext cx="7772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 HOURS UNTIL</a:t>
            </a:r>
            <a:endParaRPr lang="en-US" sz="6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WEEKEND.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8229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you got a plan?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🗓️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AHEAD ON PARTYRADAR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post days in advance.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RSVP early. Get your spot.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be the one scrambling Friday night.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SET AN ALERT FOR YOUR CITY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new event near you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 straight in your notifications.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YOUR WEEKEND NOW.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5943600"/>
            <a:ext cx="92583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FREE →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IN BIO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@PARTYRADAR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223760"/>
            <a:ext cx="9258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29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0" y="932688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73152" cy="3657600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45920"/>
            <a:ext cx="7772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10,000 PEOPLE</a:t>
            </a:r>
            <a:endParaRPr lang="en-US" sz="6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CAN'T BE WRONG.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8229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radar.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❤️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PEOPLE ARE SAYING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"Found a warehouse rave I never would have known about"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"Sold out my first event in 3 hours"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celebrity radar is actually scary accurate"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GLASGOW TO LONDON AND BEYOND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PartyRadar is growing city by city.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your city on the map yet?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FREE TODAY.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5943600"/>
            <a:ext cx="92583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FREE →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IN BIO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@PARTYRADAR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223760"/>
            <a:ext cx="9258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30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0" y="9326880"/>
            <a:ext cx="92583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73152" cy="3657600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45920"/>
            <a:ext cx="7772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 DAYS.</a:t>
            </a:r>
            <a:endParaRPr lang="en-US" sz="6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MESSAGE: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8229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NIGHT.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PARTYRADAR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party discovery platform.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events. Host events. Scan tickets.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celebrities. Get notified.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IT ALL.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0"/>
            <a:ext cx="64008" cy="1188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🌙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CITY IS ALIVE TONIGHT.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77724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app.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what's happening.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15361920"/>
            <a:ext cx="9258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@partyradar</a:t>
            </a:r>
            <a:endParaRPr lang="en-US" sz="14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040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FREE. LINK IN BIO.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0" y="5943600"/>
            <a:ext cx="92583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FREE →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IN BIO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@PARTYRADAR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150</Slides>
  <Notes>150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150</vt:i4>
      </vt:variant>
    </vt:vector>
  </HeadingPairs>
  <TitlesOfParts>
    <vt:vector size="1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PartyRadar — 30-Day TikTok Campaign</dc:title>
  <dc:subject>PptxGenJS Presentation</dc:subject>
  <dc:creator>PartyRadar</dc:creator>
  <cp:lastModifiedBy>PartyRadar</cp:lastModifiedBy>
  <cp:revision>1</cp:revision>
  <dcterms:created xsi:type="dcterms:W3CDTF">2026-04-01T00:27:55Z</dcterms:created>
  <dcterms:modified xsi:type="dcterms:W3CDTF">2026-04-01T00:27:55Z</dcterms:modified>
</cp:coreProperties>
</file>